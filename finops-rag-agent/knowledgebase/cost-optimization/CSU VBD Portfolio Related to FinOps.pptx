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F431-34FB-6E7C-E73E-9A11CD56C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D35D91-0E7D-EB7B-C886-8905FC7EC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51BF4-7FE2-E194-19C7-856E489F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DE0DA-94BF-00CD-C487-4A7F4351B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CC8FB-7EFA-2DA0-DDE9-3267EA56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09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6A0C-D973-FB99-6AA3-837CB714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210C3-89EF-94B2-8EDA-0E17A1FD0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7B8BA-5FD6-0049-7246-ED2F12947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5D23A-BF71-35D4-6CE1-72ABE048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DB598-A9D0-8EBB-7060-455F93A3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3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5F7E-5CF8-70AF-3C50-8FDB878F8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3DDA2-B30E-A700-8592-D231D7FCC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4D4F-1E05-D4D0-A7D0-37054E23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E11B6-9FA3-45A2-8F3A-2918BF6C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7612-4F68-D61B-F240-96C611365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3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A57E-C824-6572-7326-C26FD877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75C35-98E1-C999-AD3E-BB4DBB473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2FBA8-6061-4456-505B-B5B4D4093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DB449-0CA4-796F-614A-C3C39523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FBC2A-BB05-AC56-70F2-D833AE9C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FE9A0-99AB-F2C0-616D-F7A8D36A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7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46F5-0AE2-43CA-65A7-D609C733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54B61-413C-6ABD-86B1-3475AA10A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770EF-CE93-D785-96ED-DF187D956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C34A9-C626-D093-4B07-9DA36235C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B6348-71DF-1785-FBB0-78F828CE5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EA3CF-B092-E9B7-FEC5-CAC66980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1C7256-A2F0-2476-5B4F-04A80987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727751-AA03-481E-5713-0F49CB21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26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5529-A0E8-738B-E455-FBDF3D8D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F7135-DB38-7D56-459A-BA4B095C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317C2-5041-877E-C4F1-E54D90ED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AE334-2028-4FE9-80CE-768E221A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0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D92A1-D657-E9AD-83EB-22A0CDB6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F83CA-D0F1-8787-9CCF-B77A5B612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A07A6-D017-F62E-DF22-59269925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10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BB6E-B874-DC7E-3B96-FA5DA6D9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BCE9C-3C8F-2D94-DC82-290FECA7B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75392-FEEC-2BB9-21C6-669AAD74B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1F544-DFD6-80B9-3AD3-E4179DCA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3C1CF-CE18-C972-4FB2-41B378B6B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FF31A-1183-87C5-2832-E4935A67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6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1138-EFDD-4997-5849-33F0D057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63319-BE65-5388-F124-9C71D973F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AEE6C-C64E-0AAF-76C4-EEDAE3CB7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80B2E-D2DE-EE78-58B7-736122B0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3115B-DE78-8110-3D0E-902E640B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56AEB-4ADB-308D-B77C-348B2657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4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69E3-8B9D-F21D-3268-CD4301B60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825E1-12D1-FD7D-80F2-38CF8643D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7577-2D42-85FA-B8C1-9074DB97E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12B02-F929-B764-26DE-FED18001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9AF46-4471-ED28-0C97-17EFBD71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5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7E0A31-4D30-115D-0C25-E2F5D7E6DC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E4965-9003-B7F8-9E3E-382CBC57B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3E280-E1D6-A39A-5DE2-1C83B7B8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E4E66-9859-0AB3-7F03-DC80F9E4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AA7E6-5BC6-7987-D195-A4C1C9F9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4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10D0A2-7452-90CF-3E2B-1DEE206E1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6820F-DA70-40DE-C177-0B96B3165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7F1EF-9DF4-34C5-FA30-DBF56B2B0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3C2E6-78A1-4427-AF6E-1B21BFFF7A23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2F383-FB73-7699-C497-0989A27C2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2FF17-3BFA-561F-12A9-3AB8C747D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3F03C-E781-4DD7-91A9-29F4D575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4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79C8B-D73E-D570-D70F-E92E4EF76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982B4-7F9C-DD84-046D-55CF73ED2C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83F6510C-4A5A-8B9A-5F74-A746F0E4B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0"/>
            <a:ext cx="121554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43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26332F79698D41BE13C347F0CC7892" ma:contentTypeVersion="12" ma:contentTypeDescription="Create a new document." ma:contentTypeScope="" ma:versionID="49a6280780324442e468243de43c9367">
  <xsd:schema xmlns:xsd="http://www.w3.org/2001/XMLSchema" xmlns:xs="http://www.w3.org/2001/XMLSchema" xmlns:p="http://schemas.microsoft.com/office/2006/metadata/properties" xmlns:ns1="http://schemas.microsoft.com/sharepoint/v3" xmlns:ns2="3fa54d9e-2621-4c84-a4d0-08c01a96116c" xmlns:ns3="15ce07f5-764c-4bd4-9844-1bff338b76c4" targetNamespace="http://schemas.microsoft.com/office/2006/metadata/properties" ma:root="true" ma:fieldsID="ef1ed82eee64159ce8796a25342ca555" ns1:_="" ns2:_="" ns3:_="">
    <xsd:import namespace="http://schemas.microsoft.com/sharepoint/v3"/>
    <xsd:import namespace="3fa54d9e-2621-4c84-a4d0-08c01a96116c"/>
    <xsd:import namespace="15ce07f5-764c-4bd4-9844-1bff338b76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a54d9e-2621-4c84-a4d0-08c01a9611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e07f5-764c-4bd4-9844-1bff338b76c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6B2B1E3-F9F0-46CA-A529-ABC5DBFDE52E}"/>
</file>

<file path=customXml/itemProps2.xml><?xml version="1.0" encoding="utf-8"?>
<ds:datastoreItem xmlns:ds="http://schemas.openxmlformats.org/officeDocument/2006/customXml" ds:itemID="{AD6BE7A8-E896-4762-B74B-27E7EF72785A}"/>
</file>

<file path=customXml/itemProps3.xml><?xml version="1.0" encoding="utf-8"?>
<ds:datastoreItem xmlns:ds="http://schemas.openxmlformats.org/officeDocument/2006/customXml" ds:itemID="{1CA382D3-E872-4FED-9499-220ABD7624F4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Lisa Ludwig</dc:creator>
  <cp:lastModifiedBy>Lisa Ludwig</cp:lastModifiedBy>
  <cp:revision>1</cp:revision>
  <dcterms:created xsi:type="dcterms:W3CDTF">2023-11-08T17:47:02Z</dcterms:created>
  <dcterms:modified xsi:type="dcterms:W3CDTF">2023-11-08T17:49:08Z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0x0101000426332F79698D41BE13C347F0CC7892</vt:lpwstr>
  </property>
</Properties>
</file>